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031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367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933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77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249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0061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757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711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4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8593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793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5010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2982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0600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744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7B3DC-C68D-43F9-B7E7-7572AF9ACE6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B1027FC-B5F9-41C5-AB13-40618C827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906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00D85-C450-971A-1D74-D62DD6CE0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603" y="2514600"/>
            <a:ext cx="10339056" cy="2262781"/>
          </a:xfrm>
        </p:spPr>
        <p:txBody>
          <a:bodyPr>
            <a:normAutofit fontScale="90000"/>
          </a:bodyPr>
          <a:lstStyle/>
          <a:p>
            <a:r>
              <a:rPr lang="fr-FR" b="1" i="0" dirty="0">
                <a:solidFill>
                  <a:srgbClr val="271A38"/>
                </a:solidFill>
                <a:effectLst/>
                <a:latin typeface="Inter"/>
              </a:rPr>
              <a:t>Créez un tableau de bord dynamique avec PowerBI pour visualiser l'avancement de projets</a:t>
            </a:r>
            <a:br>
              <a:rPr lang="fr-FR" b="1" i="0" dirty="0">
                <a:solidFill>
                  <a:srgbClr val="271A38"/>
                </a:solidFill>
                <a:effectLst/>
                <a:latin typeface="Inter"/>
              </a:rPr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A8F644-A749-406E-9562-B33347B1B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6885" y="6153507"/>
            <a:ext cx="2309727" cy="446470"/>
          </a:xfrm>
        </p:spPr>
        <p:txBody>
          <a:bodyPr/>
          <a:lstStyle/>
          <a:p>
            <a:r>
              <a:rPr lang="fr-FR" dirty="0"/>
              <a:t>Par Noura OUSFIA</a:t>
            </a:r>
          </a:p>
        </p:txBody>
      </p:sp>
    </p:spTree>
    <p:extLst>
      <p:ext uri="{BB962C8B-B14F-4D97-AF65-F5344CB8AC3E}">
        <p14:creationId xmlns:p14="http://schemas.microsoft.com/office/powerpoint/2010/main" val="3438552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04BD0F-BE4A-5F7E-EC01-C8B8825B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Problématique &amp; Objectifs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87CE8B-AEA8-2AD0-48BC-6C24116F6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Dans le cadre de l’amélioration de l’analyse stratégique, </a:t>
            </a:r>
            <a:r>
              <a:rPr lang="fr-FR" dirty="0" err="1"/>
              <a:t>Sanitoral</a:t>
            </a:r>
            <a:r>
              <a:rPr lang="fr-FR" dirty="0"/>
              <a:t> qui opère </a:t>
            </a:r>
            <a:r>
              <a:rPr lang="fr-FR" b="1" dirty="0"/>
              <a:t>à l’international</a:t>
            </a:r>
            <a:r>
              <a:rPr lang="fr-FR" dirty="0"/>
              <a:t> et pilote de nombreux </a:t>
            </a:r>
            <a:r>
              <a:rPr lang="fr-FR" b="1" dirty="0"/>
              <a:t>projets IT et Marketing </a:t>
            </a:r>
            <a:r>
              <a:rPr lang="fr-FR" dirty="0"/>
              <a:t>a besoin un </a:t>
            </a:r>
            <a:r>
              <a:rPr lang="fr-FR" b="1" dirty="0"/>
              <a:t>tableau de bord interactif, </a:t>
            </a:r>
            <a:r>
              <a:rPr lang="fr-FR" dirty="0"/>
              <a:t>basé sur les </a:t>
            </a:r>
            <a:r>
              <a:rPr lang="fr-FR" b="1" dirty="0"/>
              <a:t>données de gestion de projets</a:t>
            </a:r>
            <a:r>
              <a:rPr lang="fr-FR" dirty="0"/>
              <a:t> de 2018 à début 2022, qui répond aux besoins de visualisation des directeurs en offrant des </a:t>
            </a:r>
            <a:r>
              <a:rPr lang="fr-FR" b="1" dirty="0"/>
              <a:t>indicateurs clairs et des graphiques adaptés. </a:t>
            </a:r>
            <a:r>
              <a:rPr lang="fr-FR" dirty="0"/>
              <a:t>Car les données sont nombreuses et </a:t>
            </a:r>
            <a:r>
              <a:rPr lang="fr-FR" b="1" dirty="0"/>
              <a:t>difficiles à exploiter</a:t>
            </a:r>
            <a:r>
              <a:rPr lang="fr-FR" dirty="0"/>
              <a:t> efficacement.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L’objectif du tableau de bord est de :</a:t>
            </a:r>
            <a:br>
              <a:rPr lang="fr-FR" dirty="0"/>
            </a:br>
            <a:r>
              <a:rPr lang="fr-FR" dirty="0"/>
              <a:t>* </a:t>
            </a:r>
            <a:r>
              <a:rPr lang="fr-FR" b="1" dirty="0"/>
              <a:t>Suivre la performance des projets</a:t>
            </a:r>
            <a:r>
              <a:rPr lang="fr-FR" dirty="0"/>
              <a:t> à travers 3 indicateurs clés (coûts, délais, livrables).</a:t>
            </a:r>
            <a:br>
              <a:rPr lang="fr-FR" dirty="0"/>
            </a:br>
            <a:r>
              <a:rPr lang="fr-FR" dirty="0"/>
              <a:t>* </a:t>
            </a:r>
            <a:r>
              <a:rPr lang="fr-FR" b="1" dirty="0"/>
              <a:t>Alerter les directeurs</a:t>
            </a:r>
            <a:r>
              <a:rPr lang="fr-FR" dirty="0"/>
              <a:t> en cas d’écarts significatifs (+15%).</a:t>
            </a:r>
            <a:br>
              <a:rPr lang="fr-FR" dirty="0"/>
            </a:br>
            <a:r>
              <a:rPr lang="fr-FR" dirty="0"/>
              <a:t>* </a:t>
            </a:r>
            <a:r>
              <a:rPr lang="fr-FR" b="1" dirty="0"/>
              <a:t>Faciliter l’analyse stratégique</a:t>
            </a:r>
            <a:r>
              <a:rPr lang="fr-FR" dirty="0"/>
              <a:t> grâce à des visualisations claires et interactives.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390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44718-7774-3943-ABAF-FEFF0302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étapes suivies dans ce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BF3635-A1A8-33CF-761B-C749C245E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122" y="1667926"/>
            <a:ext cx="10043291" cy="4565964"/>
          </a:xfrm>
        </p:spPr>
        <p:txBody>
          <a:bodyPr>
            <a:normAutofit/>
          </a:bodyPr>
          <a:lstStyle/>
          <a:p>
            <a:r>
              <a:rPr lang="fr-FR" b="1" dirty="0"/>
              <a:t>Compréhension du besoin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Analyse des attentes des directeurs, Définition des indicateurs clés =&gt; Création d’un onglet explicatif sur le </a:t>
            </a:r>
            <a:r>
              <a:rPr lang="fr-FR" b="1" dirty="0"/>
              <a:t>Product Strategy Canvas</a:t>
            </a:r>
            <a:endParaRPr lang="fr-FR" dirty="0"/>
          </a:p>
          <a:p>
            <a:r>
              <a:rPr lang="fr-FR" b="1" dirty="0"/>
              <a:t>Exploration et préparation des données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Analyse du jeu de données et du dictionnaire associé, Nettoyage et transformation des données avec </a:t>
            </a:r>
            <a:r>
              <a:rPr lang="fr-FR" b="1" dirty="0"/>
              <a:t>Power Query, </a:t>
            </a:r>
            <a:r>
              <a:rPr lang="fr-FR" dirty="0"/>
              <a:t>Gestion des incohérences et des valeurs manquantes.</a:t>
            </a:r>
          </a:p>
          <a:p>
            <a:r>
              <a:rPr lang="fr-FR" b="1" dirty="0"/>
              <a:t>Modélisation des données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Création du modèle relationnel entre les différentes tables, Optimisation des performances avec des relations adaptées, Ajout de calculs et de mesures en </a:t>
            </a:r>
            <a:r>
              <a:rPr lang="fr-FR" b="1" dirty="0"/>
              <a:t>DAX.</a:t>
            </a:r>
          </a:p>
          <a:p>
            <a:r>
              <a:rPr lang="fr-FR" b="1" dirty="0"/>
              <a:t>Conception du tableau de bord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Sélection des </a:t>
            </a:r>
            <a:r>
              <a:rPr lang="fr-FR" b="1" dirty="0"/>
              <a:t>visualisations adaptées</a:t>
            </a:r>
            <a:r>
              <a:rPr lang="fr-FR" dirty="0"/>
              <a:t> aux KPIs, Organisation des pages et des filtres pour une lecture fluide, Test et validation des résultats.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638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21CE76-8AC9-2381-7364-57CCBDC01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650703604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</TotalTime>
  <Words>273</Words>
  <Application>Microsoft Office PowerPoint</Application>
  <PresentationFormat>Grand écran</PresentationFormat>
  <Paragraphs>17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Century Gothic</vt:lpstr>
      <vt:lpstr>Inter</vt:lpstr>
      <vt:lpstr>Wingdings 3</vt:lpstr>
      <vt:lpstr>Brin</vt:lpstr>
      <vt:lpstr>Créez un tableau de bord dynamique avec PowerBI pour visualiser l'avancement de projets </vt:lpstr>
      <vt:lpstr>Problématique &amp; Objectifs </vt:lpstr>
      <vt:lpstr>Les étapes suivies dans ce projet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Noura OUSFIA</dc:creator>
  <cp:lastModifiedBy>Noura OUSFIA</cp:lastModifiedBy>
  <cp:revision>4</cp:revision>
  <dcterms:created xsi:type="dcterms:W3CDTF">2025-02-23T13:02:28Z</dcterms:created>
  <dcterms:modified xsi:type="dcterms:W3CDTF">2025-02-23T13:21:41Z</dcterms:modified>
</cp:coreProperties>
</file>